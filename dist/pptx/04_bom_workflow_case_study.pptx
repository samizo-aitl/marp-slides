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設計から量産部品発注に至るBOM運用フレームワーク</dc:title>
  <dc:subject>BOMを中核とした設計・調達・環境・輸出管理の統合実務</dc:subject>
  <dc:creator>Shinichi Samizo</dc:creator>
  <cp:lastModifiedBy>Shinichi Samizo</cp:lastModifiedBy>
  <cp:revision>1</cp:revision>
  <dcterms:created xsi:type="dcterms:W3CDTF">2025-12-27T01:59:51Z</dcterms:created>
  <dcterms:modified xsi:type="dcterms:W3CDTF">2025-12-27T01:59:51Z</dcterms:modified>
</cp:coreProperties>
</file>