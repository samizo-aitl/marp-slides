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薄膜PZTアクチュエータ技術史と量産信頼性</dc:title>
  <dc:subject>FeRAM起源からPrecisionCore µTFPまでの技術連続性と量産課題</dc:subject>
  <dc:creator>Shinichi Samizo</dc:creator>
  <cp:lastModifiedBy>Shinichi Samizo</cp:lastModifiedBy>
  <cp:revision>1</cp:revision>
  <dcterms:created xsi:type="dcterms:W3CDTF">2025-12-27T01:59:42Z</dcterms:created>
  <dcterms:modified xsi:type="dcterms:W3CDTF">2025-12-27T01:59:42Z</dcterms:modified>
</cp:coreProperties>
</file>