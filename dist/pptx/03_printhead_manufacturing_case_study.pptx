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プリントヘッド生産における量産・BCP・4M対応事例</dc:title>
  <dc:subject>ドライバIC・COF・接合・セキュリティを横断した実践的製造マネジメント</dc:subject>
  <dc:creator>Shinichi Samizo</dc:creator>
  <cp:lastModifiedBy>Shinichi Samizo</cp:lastModifiedBy>
  <cp:revision>1</cp:revision>
  <dcterms:created xsi:type="dcterms:W3CDTF">2025-12-27T02:44:29Z</dcterms:created>
  <dcterms:modified xsi:type="dcterms:W3CDTF">2025-12-27T02:44:29Z</dcterms:modified>
</cp:coreProperties>
</file>